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dc1731b99430d" /><Relationship Type="http://schemas.openxmlformats.org/officeDocument/2006/relationships/extended-properties" Target="/docProps/app.xml" Id="R1d225bee9f2b462a" /><Relationship Type="http://schemas.openxmlformats.org/officeDocument/2006/relationships/officeDocument" Target="/ppt/presentation.xml" Id="R2d5e0a3db770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7085d621ae453b"/>
  </p:sldMasterIdLst>
  <p:notesMasterIdLst>
    <p:notesMasterId xmlns:r="http://schemas.openxmlformats.org/officeDocument/2006/relationships" r:id="Ra49d2435102f4486"/>
  </p:notesMasterIdLst>
  <p:sldIdLst>
    <p:sldId xmlns:r="http://schemas.openxmlformats.org/officeDocument/2006/relationships" id="256" r:id="Rd12b31d9e9b2408c"/>
    <p:sldId xmlns:r="http://schemas.openxmlformats.org/officeDocument/2006/relationships" id="257" r:id="R1fca0066df504de8"/>
    <p:sldId xmlns:r="http://schemas.openxmlformats.org/officeDocument/2006/relationships" id="258" r:id="R7ff9d8169536402f"/>
    <p:sldId xmlns:r="http://schemas.openxmlformats.org/officeDocument/2006/relationships" id="259" r:id="R0609201bee374497"/>
    <p:sldId xmlns:r="http://schemas.openxmlformats.org/officeDocument/2006/relationships" id="260" r:id="Rce98aa67296847b3"/>
    <p:sldId xmlns:r="http://schemas.openxmlformats.org/officeDocument/2006/relationships" id="261" r:id="R895fa0ca62c84ba0"/>
    <p:sldId xmlns:r="http://schemas.openxmlformats.org/officeDocument/2006/relationships" id="262" r:id="Rb0846aef96814621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2de8cd48cf4aba" /><Relationship Type="http://schemas.openxmlformats.org/officeDocument/2006/relationships/slideMaster" Target="/ppt/slideMasters/slideMaster1.xml" Id="R677085d621ae453b" /><Relationship Type="http://schemas.openxmlformats.org/officeDocument/2006/relationships/notesMaster" Target="/ppt/notesMasters/notesMaster1.xml" Id="Ra49d2435102f4486" /><Relationship Type="http://schemas.openxmlformats.org/officeDocument/2006/relationships/presProps" Target="/ppt/presProps.xml" Id="Rd1569134af1a4100" /><Relationship Type="http://schemas.openxmlformats.org/officeDocument/2006/relationships/viewProps" Target="/ppt/viewProps.xml" Id="R9a88f4f0dbad4f1b" /><Relationship Type="http://schemas.openxmlformats.org/officeDocument/2006/relationships/tableStyles" Target="/ppt/tableStyles.xml" Id="Rf10c97f9d59247bf" /><Relationship Type="http://schemas.openxmlformats.org/officeDocument/2006/relationships/slide" Target="/ppt/slides/slide1.xml" Id="Rd12b31d9e9b2408c" /><Relationship Type="http://schemas.openxmlformats.org/officeDocument/2006/relationships/slide" Target="/ppt/slides/slide2.xml" Id="R1fca0066df504de8" /><Relationship Type="http://schemas.openxmlformats.org/officeDocument/2006/relationships/slide" Target="/ppt/slides/slide3.xml" Id="R7ff9d8169536402f" /><Relationship Type="http://schemas.openxmlformats.org/officeDocument/2006/relationships/slide" Target="/ppt/slides/slide4.xml" Id="R0609201bee374497" /><Relationship Type="http://schemas.openxmlformats.org/officeDocument/2006/relationships/slide" Target="/ppt/slides/slide5.xml" Id="Rce98aa67296847b3" /><Relationship Type="http://schemas.openxmlformats.org/officeDocument/2006/relationships/slide" Target="/ppt/slides/slide6.xml" Id="R895fa0ca62c84ba0" /><Relationship Type="http://schemas.openxmlformats.org/officeDocument/2006/relationships/slide" Target="/ppt/slides/slide7.xml" Id="Rb0846aef968146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e9e5535ed3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a7da98ac7b4f5c" /><Relationship Type="http://schemas.openxmlformats.org/officeDocument/2006/relationships/notesMaster" Target="/ppt/notesMasters/notesMaster1.xml" Id="R40abe12deb76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3d330bd6994393" /><Relationship Type="http://schemas.openxmlformats.org/officeDocument/2006/relationships/notesMaster" Target="/ppt/notesMasters/notesMaster1.xml" Id="R0fdb9dd32b1442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a7c149bff4689" /><Relationship Type="http://schemas.openxmlformats.org/officeDocument/2006/relationships/notesMaster" Target="/ppt/notesMasters/notesMaster1.xml" Id="Rb68e266d9e394c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6d79bc824e4afa" /><Relationship Type="http://schemas.openxmlformats.org/officeDocument/2006/relationships/notesMaster" Target="/ppt/notesMasters/notesMaster1.xml" Id="R13cbaef30ecb48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48bb91d35b4bb9" /><Relationship Type="http://schemas.openxmlformats.org/officeDocument/2006/relationships/notesMaster" Target="/ppt/notesMasters/notesMaster1.xml" Id="Rd0942e4f86844a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91db9231cd4cce" /><Relationship Type="http://schemas.openxmlformats.org/officeDocument/2006/relationships/notesMaster" Target="/ppt/notesMasters/notesMaster1.xml" Id="Ra65456d50afc4b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4abdaeb7ff4404" /><Relationship Type="http://schemas.openxmlformats.org/officeDocument/2006/relationships/notesMaster" Target="/ppt/notesMasters/notesMaster1.xml" Id="R062a5e9a04d1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Silent recording of the working local prototype, 17 October 2026. Burned-in captions, red highlights and arrows explain the tests. Browser link: https://drive.google.com/file/d/18HuoMSGaUn9quMf1XL7NKIqIIgtfB1Wn/view?usp=drivesdk. Synthetic customer records; SQLite and DuckDB; password-free demo identities. Small fixture only.</a:t>
            </a:r>
          </a:p>
          <a:p xmlns:a="http://schemas.openxmlformats.org/drawingml/2006/main">
            <a:r>
              <a:t>Measured demo results: {</a:t>
            </a:r>
            <a:br/>
            <a:r>
              <a:t>  "latency": [</a:t>
            </a:r>
            <a:br/>
            <a:r>
              <a:t>    {</a:t>
            </a:r>
            <a:br/>
            <a:r>
              <a:t>      "backend": "SQLite",</a:t>
            </a:r>
            <a:br/>
            <a:r>
              <a:t>      "baseline_ms": 0.011,</a:t>
            </a:r>
            <a:br/>
            <a:r>
              <a:t>      "masked_ms": 0.015</a:t>
            </a:r>
            <a:br/>
            <a:r>
              <a:t>    },</a:t>
            </a:r>
            <a:br/>
            <a:r>
              <a:t>    {</a:t>
            </a:r>
            <a:br/>
            <a:r>
              <a:t>      "backend": "DuckDB",</a:t>
            </a:r>
            <a:br/>
            <a:r>
              <a:t>      "baseline_ms": 0.271,</a:t>
            </a:r>
            <a:br/>
            <a:r>
              <a:t>      "masked_ms": 0.269</a:t>
            </a:r>
            <a:br/>
            <a:r>
              <a:t>    }</a:t>
            </a:r>
            <a:br/>
            <a:r>
              <a:t>  ],</a:t>
            </a:r>
            <a:br/>
            <a:r>
              <a:t>  "limits": "Tiny synthetic fixture. Scanner includes a known false positive. Demo identities have no passwords. Fixed SELECT only. PostgreSQL and production authentication remain future work.",</a:t>
            </a:r>
            <a:br/>
            <a:r>
              <a:t>  "policy": {</a:t>
            </a:r>
            <a:br/>
            <a:r>
              <a:t>    "passed": 144,</a:t>
            </a:r>
            <a:br/>
            <a:r>
              <a:t>    "total": 144</a:t>
            </a:r>
            <a:br/>
            <a:r>
              <a:t>  },</a:t>
            </a:r>
            <a:br/>
            <a:r>
              <a:t>  "scanner": {</a:t>
            </a:r>
            <a:br/>
            <a:r>
              <a:t>    "examples": 14,</a:t>
            </a:r>
            <a:br/>
            <a:r>
              <a:t>    "fn": 0,</a:t>
            </a:r>
            <a:br/>
            <a:r>
              <a:t>    "fp": 1,</a:t>
            </a:r>
            <a:br/>
            <a:r>
              <a:t>    "precision": 0.889,</a:t>
            </a:r>
            <a:br/>
            <a:r>
              <a:t>    "recall": 1,</a:t>
            </a:r>
            <a:br/>
            <a:r>
              <a:t>    "tp": 8</a:t>
            </a:r>
            <a:br/>
            <a:r>
              <a:t>  },</a:t>
            </a:r>
            <a:br/>
            <a:r>
              <a:t>  "source_checks": [</a:t>
            </a:r>
            <a:br/>
            <a:r>
              <a:t>    {</a:t>
            </a:r>
            <a:br/>
            <a:r>
              <a:t>      "backend": "SQLite",</a:t>
            </a:r>
            <a:br/>
            <a:r>
              <a:t>      "sha256": "d5113b4b1b913729f70b7e7e8018ebfcb6b9a6133606c4464f9fc04798c0ce3a",</a:t>
            </a:r>
            <a:br/>
            <a:r>
              <a:t>      "unchanged": true</a:t>
            </a:r>
            <a:br/>
            <a:r>
              <a:t>    },</a:t>
            </a:r>
            <a:br/>
            <a:r>
              <a:t>    {</a:t>
            </a:r>
            <a:br/>
            <a:r>
              <a:t>      "backend": "DuckDB",</a:t>
            </a:r>
            <a:br/>
            <a:r>
              <a:t>      "sha256": "d5113b4b1b913729f70b7e7e8018ebfcb6b9a6133606c4464f9fc04798c0ce3a",</a:t>
            </a:r>
            <a:br/>
            <a:r>
              <a:t>      "unchanged": true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b763b28564dc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2900cfeb74472" /><Relationship Type="http://schemas.openxmlformats.org/officeDocument/2006/relationships/slideLayout" Target="/ppt/slideLayouts/slideLayout1.xml" Id="Rea9cc17f62624f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cc17f62624f1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37f748d3461a" /><Relationship Type="http://schemas.openxmlformats.org/officeDocument/2006/relationships/notesSlide" Target="/ppt/notesSlides/notesSlide1.xml" Id="R8e169ceab516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b85ef679b49c7" /><Relationship Type="http://schemas.openxmlformats.org/officeDocument/2006/relationships/notesSlide" Target="/ppt/notesSlides/notesSlide2.xml" Id="R44817cf111184b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095499b24997" /><Relationship Type="http://schemas.openxmlformats.org/officeDocument/2006/relationships/notesSlide" Target="/ppt/notesSlides/notesSlide3.xml" Id="R4d4ca44fec1a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b45e9355418b" /><Relationship Type="http://schemas.openxmlformats.org/officeDocument/2006/relationships/notesSlide" Target="/ppt/notesSlides/notesSlide4.xml" Id="Re132ecec3ff64c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800f28fe64f41" /><Relationship Type="http://schemas.openxmlformats.org/officeDocument/2006/relationships/notesSlide" Target="/ppt/notesSlides/notesSlide5.xml" Id="Ra0e0615948bd4a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387b84e0a460a" /><Relationship Type="http://schemas.openxmlformats.org/officeDocument/2006/relationships/notesSlide" Target="/ppt/notesSlides/notesSlide6.xml" Id="Re940568ed9834ab6" /></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cce836ceecc4c94" /><ns0:Relationship Type="http://schemas.openxmlformats.org/officeDocument/2006/relationships/image" Target="/ppt/media/image.png" Id="R2443728999c44c09" /><ns0:Relationship Type="http://schemas.openxmlformats.org/officeDocument/2006/relationships/notesSlide" Target="/ppt/notesSlides/notesSlide7.xml" Id="R90793d8ec6d64752" /><ns0:Relationship Id="rIdDemoLink" Type="http://schemas.openxmlformats.org/officeDocument/2006/relationships/hyperlink" Target="https://drive.google.com/file/d/18HuoMSGaUn9quMf1XL7NKIqIIgtfB1Wn/view?usp=drivesdk" TargetMode="External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CE5379-B485-411F-92BC-C4DA76E5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B83591-A83B-4381-85D4-6D6E46C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A6E8"/>
                </a:solidFill>
                <a:latin typeface="Calibri"/>
                <a:ea typeface="Calibri"/>
                <a:cs typeface="Calibri"/>
              </a:rPr>
              <a:t>MaskGate | Smart Data Masking for PII Protection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D9DB0F-088D-4F08-96CA-D14CCA0D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509E73-54F2-45DB-8235-5D3857C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SENTINEX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49A5C4D-4D87-4268-8923-F4E45AD2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9F2B73-7474-4CDB-BEBC-97806514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Aswini Lakshya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358C6D-9131-4DE6-AAD5-02B3B67A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DBD1B4-A615-4CF2-9292-43DA3AE7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BFSI / Problem 11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77C79B-1D67-4CF9-AA03-74B67C2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9323CD-C84B-4AFB-B0BD-62458A69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73537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4B33BD-ABA5-4086-B727-2DCA0B7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83AA9A-60B8-4788-845B-8BF5F3B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3FE25B-A36B-4D72-8BC2-7AF9CB9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0829AA-85A6-4310-8630-9F88E7F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Sensitive customer fields can reach internal users who do not need the full values.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Support staff, analysts and administrators need different levels of access.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The task is to protect query results across databases while preserving the original records.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F78692-01AC-4132-BD58-7D91CED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F5DA64-1462-43B0-800F-1068BC15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Target users: financial institutions with support and analytics teams.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Growth path: pilot sensitive tables, then extend the same policies to more databases.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Alternatives: native database masking, manual tagging and separate masked copies.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Market size is not yet quantified; validate demand and deployment effort in a pilot.</a:t>
            </a:r>
          </a:p>
        </p:txBody>
      </p:sp>
    </p:spTree>
    <p:extLst>
      <p:ext uri="{BB962C8B-B14F-4D97-AF65-F5344CB8AC3E}">
        <p14:creationId xmlns:p14="http://schemas.microsoft.com/office/powerpoint/2010/main" val="158380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EA55B2-7537-4B82-A411-C8B4510A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073318-A022-4FC3-AA03-8E3F322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DB79DD-B27C-4415-8A91-8FB9A1AD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1A1655-52A8-4391-8AF5-08CF708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Scan column names and row samples with rules to identify sensitive fields.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Tag fields as PII_HIGH or FINANCIAL_CONFIDENTIAL and apply role policies.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Admin gets full values, Support partial masking, Analyst redaction or keyed hashes.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The demo uses SQLite and DuckDB. Mask returned values; keep source records unchanged.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736F98-57C0-481C-BA77-7638719A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  <a:buNone/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Proposed flow label">
            <a:extLst xmlns:a="http://schemas.openxmlformats.org/drawingml/2006/main">
              <a:ext uri="{FF2B5EF4-FFF2-40B4-BE49-F238E27FC236}">
                <a16:creationId xmlns:a16="http://schemas.microsoft.com/office/drawing/2014/main" id="{1CB8783A-0DDF-4ED1-919F-65F4D26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role views</a:t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57CA4CD7-C5D5-43B1-9CA0-297ABDC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Admin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Full values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1E2DB999-F946-4366-AC52-5A96DA1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Support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Partial masking</a:t>
            </a:r>
          </a:p>
        </p:txBody>
      </p:sp>
      <p:sp>
        <p:nvSpPr>
          <p:cNvPr id="10" name="Flow 3">
            <a:extLst xmlns:a="http://schemas.openxmlformats.org/drawingml/2006/main">
              <a:ext uri="{FF2B5EF4-FFF2-40B4-BE49-F238E27FC236}">
                <a16:creationId xmlns:a16="http://schemas.microsoft.com/office/drawing/2014/main" id="{C969B2C5-518F-4006-A1D5-554850B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Analyst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Redaction or hashes</a:t>
            </a:r>
          </a:p>
        </p:txBody>
      </p:sp>
    </p:spTree>
    <p:extLst>
      <p:ext uri="{BB962C8B-B14F-4D97-AF65-F5344CB8AC3E}">
        <p14:creationId xmlns:p14="http://schemas.microsoft.com/office/powerpoint/2010/main" val="162441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AC0C49-DC3A-4083-B7D1-CC1BB20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1BFA1F-9264-4301-96D7-0BFC0444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AEA9C8-BBB3-45EA-A089-C7C3EC6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F3C0A1-B23B-400B-BC3B-A45D8B05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Use SQLite and DuckDB read-only query adapters.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Scan schema and samples; review uncertain tags.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Apply server-side roles to approved query results.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4. Test all roles, rejected requests, original-data equality and query latency.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918184-8324-423C-A2CC-E589108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21A1C4-7AB5-406A-A02D-16E70A1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  <a:buNone/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9F1C2139-45B6-42A0-A74A-FE8A835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954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Server-assigned role + approved query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3832A53B-7A7F-4EFB-B517-8B184761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5740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Read-only database adapter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61BF-5C5B-41CC-AEF0-25C00DF54F1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757988" y="1924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0CC5C819-161A-4450-AFCC-EA3C5A27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19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Field tags + masking policy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A92CC-58FF-4F62-A48E-9AA3CD8E9A9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757988" y="2486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3" name="Flow 4">
            <a:extLst xmlns:a="http://schemas.openxmlformats.org/drawingml/2006/main">
              <a:ext uri="{FF2B5EF4-FFF2-40B4-BE49-F238E27FC236}">
                <a16:creationId xmlns:a16="http://schemas.microsoft.com/office/drawing/2014/main" id="{10D846F2-A93E-4C93-8FDD-4A277CFC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8135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Only permitted values reach user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61114-6C3A-4751-8F06-F63A51B95FD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57988" y="3048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5" name="Build plan">
            <a:extLst xmlns:a="http://schemas.openxmlformats.org/drawingml/2006/main">
              <a:ext uri="{FF2B5EF4-FFF2-40B4-BE49-F238E27FC236}">
                <a16:creationId xmlns:a16="http://schemas.microsoft.com/office/drawing/2014/main" id="{2259E7C7-B2A7-43B7-B1C2-44913096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07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5536A"/>
                </a:solidFill>
                <a:latin typeface="Calibri"/>
                <a:ea typeface="Calibri"/>
                <a:cs typeface="Calibri"/>
              </a:rPr>
              <a:t>Current demo: Python + Flask, SQLite + DuckDB; fixed query and demo identities.</a:t>
            </a:r>
          </a:p>
          <a:p xmlns:a="http://schemas.openxmlformats.org/drawingml/2006/main">
            <a:pPr>
              <a:buNone/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5536A"/>
                </a:solidFill>
                <a:latin typeface="Calibri"/>
                <a:ea typeface="Calibri"/>
                <a:cs typeface="Calibri"/>
              </a:rPr>
              <a:t>Final-event plan: Day 1, scanner and policies; Day 2, cross-backend and failure tests.</a:t>
            </a:r>
          </a:p>
          <a:p xmlns:a="http://schemas.openxmlformats.org/drawingml/2006/main">
            <a:pPr>
              <a:buNone/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5536A"/>
                </a:solidFill>
                <a:latin typeface="Calibri"/>
                <a:ea typeface="Calibri"/>
                <a:cs typeface="Calibri"/>
              </a:rPr>
              <a:t>Production authentication and PostgreSQL support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557350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E30A0D-05A0-452F-A2F3-EE881DD0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AE920A-5311-4661-B800-67161E8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94338-4DBE-4F27-81D9-3E5CB99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1: Missed sensitive fields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785314-EBD6-49FF-B402-4B379F72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names alone can misclassify customer fields.</a:t>
            </a:r>
          </a:p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combine schema and sample patterns. Block uncertain fields pending review.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4F820C-5B3F-4AAF-9BFA-12D57A5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E5C55C-E67E-4430-96FB-CC740CE7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2: Access bypass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DF1C44-3C78-4FE1-A90A-883888C7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a forged role or unsupported query could expose data.</a:t>
            </a:r>
          </a:p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verify roles on the server, restrict queries and deny unsupported requests.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CEA6BBB-5BDA-45FF-922C-46E817F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08415C-03A0-4A44-B7F9-0EC2A3F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3: Different database behavior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59DE8E4-5FAB-4D41-922A-0F645E0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field types and query results can differ between backends.</a:t>
            </a:r>
          </a:p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use adapters and run the same role-policy tests on both databases.</a:t>
            </a:r>
          </a:p>
        </p:txBody>
      </p:sp>
    </p:spTree>
    <p:extLst>
      <p:ext uri="{BB962C8B-B14F-4D97-AF65-F5344CB8AC3E}">
        <p14:creationId xmlns:p14="http://schemas.microsoft.com/office/powerpoint/2010/main" val="147607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31D0F9-9E13-419E-BD6A-DA18504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948717-FF02-49CE-996F-666B811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F7C6EE-A22C-41BF-A78F-308BA66D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70535F-FD42-47E1-BE80-D0695FA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8914BA-2FB0-4A2C-83FD-EE65EF1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Discover and protect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Connect field detection directly to explicit masking policies.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94F7641-6884-4912-80F1-D736110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EC509B-DE19-4F88-A68A-CAD3BF6F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C17A7C-3B1D-4487-BB91-A28C441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One policy, two backends</a:t>
            </a:r>
          </a:p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Demonstrate consistent role behavior on SQLite and DuckDB.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0F5B969-BE8B-4E40-B61B-5D65180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1C0276-CE8B-45A0-9EA2-3EEE98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C9C099-9B97-467F-BF2D-CE889CCE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Originals stay intact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Mask returned values without creating a second customer-data copy.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EACF04-1EB9-4519-A7E0-8C2D30CE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40E85D-7025-42F0-8694-FDC2FB5D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Test the scanner against a column-name-only baseline to measure detection errors.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Use a small, inspectable policy layer with access tests instead of relying on screen-only hiding.</a:t>
            </a:r>
          </a:p>
        </p:txBody>
      </p:sp>
    </p:spTree>
    <p:extLst>
      <p:ext uri="{BB962C8B-B14F-4D97-AF65-F5344CB8AC3E}">
        <p14:creationId xmlns:p14="http://schemas.microsoft.com/office/powerpoint/2010/main" val="184825281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Shape 0">
            <a:extLst>
              <a:ext uri="{FF2B5EF4-FFF2-40B4-BE49-F238E27FC236}">
                <ns2:creationId id="{EE43282A-18CA-45BE-AF7B-BB85BF1841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ns2:creationId id="{1BC36243-3347-4799-86C7-C4137662FF0C}"/>
              </a:ext>
            </a:extLst>
          </p:cNvPr>
          <p:cNvSpPr>
            <a:spLocks noGrp="1"/>
          </p:cNvSpPr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>
              <a:ext uri="{FF2B5EF4-FFF2-40B4-BE49-F238E27FC236}">
                <ns2:creationId id="{59A89E7E-8EBF-44FD-9D9F-B8F53B039124}"/>
              </a:ext>
            </a:extLst>
            <a:hlinkClick r:id="rIdDemoLink"/>
          </p:cNvPr>
          <p:cNvSpPr>
            <a:spLocks noGrp="1"/>
          </p:cNvSpPr>
          <p:nvPr/>
        </p:nvSpPr>
        <p:spPr>
          <a:xfrm>
            <a:off x="457200" y="942975"/>
            <a:ext cx="8229600" cy="285750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Autofit/>
          </a:bodyPr>
          <a:lstStyle>
            <a:defPPr algn="l">
              <a:defRPr sz="1800" b="1">
                <a:solidFill>
                  <a:srgbClr val="2B4E8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spcAft>
                <a:spcPts val="8"/>
              </a:spcAft>
              <a:buNone/>
              <a:defRPr sz="1800" b="1">
                <a:solidFill>
                  <a:srgbClr val="2B4E8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B4E87"/>
                </a:solidFill>
                <a:latin typeface="Calibri"/>
                <a:ea typeface="Calibri"/>
                <a:cs typeface="Calibri"/>
                <a:hlinkClick r:id="rIdDemoLink"/>
              </a:rPr>
              <a:t>MaskGate | Watch the 52-second captioned demo</a:t>
            </a:r>
          </a:p>
        </p:txBody>
      </p:sp>
      <p:sp>
        <p:nvSpPr>
          <p:cNvPr id="5" name="Shape 3">
            <a:extLst>
              <a:ext uri="{FF2B5EF4-FFF2-40B4-BE49-F238E27FC236}">
                <ns2:creationId id="{EB6E9C0A-27B6-4D99-9305-1B6BF5D5B913}"/>
              </a:ext>
            </a:extLst>
          </p:cNvPr>
          <p:cNvSpPr>
            <a:spLocks noGrp="1"/>
          </p:cNvSpPr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ns2:creationId id="{511F2A78-D6A5-45C1-AAC5-9EFE52BAB0E0}"/>
              </a:ext>
            </a:extLst>
          </p:cNvPr>
          <p:cNvSpPr>
            <a:spLocks noGrp="1"/>
          </p:cNvSpPr>
          <p:nvPr/>
        </p:nvSpPr>
        <p:spPr>
          <a:xfrm>
            <a:off x="1514475" y="1590675"/>
            <a:ext cx="6115050" cy="2600325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Autofit/>
          </a:bodyPr>
          <a:lstStyle>
            <a:def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spcAft>
                <a:spcPts val="12"/>
              </a:spcAft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Text 5">
            <a:extLst>
              <a:ext uri="{FF2B5EF4-FFF2-40B4-BE49-F238E27FC236}">
                <ns2:creationId id="{F8DD4853-4556-4E38-A605-77B728706DA7}"/>
              </a:ext>
            </a:extLst>
            <a:hlinkClick r:id="rIdDemoLink"/>
          </p:cNvPr>
          <p:cNvSpPr>
            <a:spLocks noGrp="1"/>
          </p:cNvSpPr>
          <p:nvPr/>
        </p:nvSpPr>
        <p:spPr>
          <a:xfrm>
            <a:off x="457200" y="4495800"/>
            <a:ext cx="8229600" cy="238125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Autofit/>
          </a:bodyPr>
          <a:lstStyle>
            <a:defPPr algn="ctr">
              <a:defRPr sz="1050" b="0" u="sng">
                <a:solidFill>
                  <a:srgbClr val="0563C1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Aft>
                <a:spcPts val="8"/>
              </a:spcAft>
              <a:buNone/>
              <a:defRPr sz="1050" b="0" u="sng">
                <a:solidFill>
                  <a:srgbClr val="0563C1"/>
                </a:solidFill>
                <a:latin typeface="Calibri"/>
                <a:ea typeface="Calibri"/>
                <a:cs typeface="Calibri"/>
              </a:defRPr>
            </a:pPr>
            <a:r>
              <a:rPr sz="1050" b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DemoLink"/>
              </a:rPr>
              <a:t>https://drive.google.com/file/d/18HuoMSGaUn9quMf1XL7NKIqIIgtfB1Wn/view?usp=drivesdk</a:t>
            </a:r>
          </a:p>
        </p:txBody>
      </p:sp>
      <p:pic>
        <p:nvPicPr>
          <p:cNvPr id="10" name="">
            <a:extLst>
              <a:ext uri="{FF2B5EF4-FFF2-40B4-BE49-F238E27FC236}">
                <ns2:creationId id="{A7BF10EC-42AB-4AB8-B0B2-052B76C8E4B7}"/>
              </a:ext>
            </a:extLst>
            <a:hlinkClick r:id="rIdDemoLink"/>
          </p:cNvPr>
          <p:cNvPicPr>
            <a:picLocks noChangeAspect="1"/>
          </p:cNvPicPr>
          <p:nvPr/>
        </p:nvPicPr>
        <p:blipFill>
          <a:blip r:embed="R2443728999c44c09"/>
          <a:stretch/>
        </p:blipFill>
        <p:spPr>
          <a:xfrm>
            <a:off x="2057400" y="1295400"/>
            <a:ext cx="5029200" cy="3143250"/>
          </a:xfrm>
          <a:prstGeom prst="rect">
            <a:avLst/>
          </a:prstGeom>
        </p:spPr>
      </p:pic>
    </p:spTree>
    <p:extLst>
      <p:ext uri="{BB962C8B-B14F-4D97-AF65-F5344CB8AC3E}">
        <ns4:creationId val="7926780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2026-10-17T17:28:53.9360000Z</dcterms:created>
  <dcterms:modified xsi:type="dcterms:W3CDTF">2026-10-17T17:28:53.9360000Z</dcterms:modified>
</coreProperties>
</file>