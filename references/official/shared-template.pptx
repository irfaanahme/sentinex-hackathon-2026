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REVIEW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Frontier Challenge 2026 Round 1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Leader Name]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[Select Track]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/7/2026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the problem or pain point you are addressing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are the affected users/stakeholders?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current impact or consequence?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size and growth potential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audience demographics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landscape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your solution?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it address the problem?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the key features and benefits?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is your approach unique?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visual mockup, flowchart, or prototype image here]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[Step 1 - Description]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[Step 2 - Description]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[Step 3 - Description]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[Step 4 - Description]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diagram, system design, or tech stack visualization]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[Describe challenge]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[How you addressed/will address it]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[Describe challenge]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[How you addressed/will address it]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[Describe challenge]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[How you addressed/will address it]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 (USP)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makes your solution unique in this aspect?]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makes your solution unique in this aspect?]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makes your solution unique in this aspect?]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customers should choose your solution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competitive edge vs. existing alternatives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POC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Demo Video / POC Video Link or Embed]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Guest User</cp:lastModifiedBy>
  <cp:revision>3</cp:revision>
  <dcterms:created xsi:type="dcterms:W3CDTF">2026-08-06T14:25:19Z</dcterms:created>
  <dcterms:modified xsi:type="dcterms:W3CDTF">2026-10-08T12:28:30Z</dcterms:modified>
</cp:coreProperties>
</file>