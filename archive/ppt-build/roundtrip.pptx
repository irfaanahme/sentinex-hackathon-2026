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c4c68c123143a0" /><Relationship Type="http://schemas.openxmlformats.org/officeDocument/2006/relationships/extended-properties" Target="/docProps/app.xml" Id="Rfdf4896b8e69452e" /><Relationship Type="http://schemas.openxmlformats.org/officeDocument/2006/relationships/officeDocument" Target="/ppt/presentation.xml" Id="R7d70a63a316841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d57ee69ce14693"/>
  </p:sldMasterIdLst>
  <p:notesMasterIdLst>
    <p:notesMasterId xmlns:r="http://schemas.openxmlformats.org/officeDocument/2006/relationships" r:id="R2da4dbf1244f4903"/>
  </p:notesMasterIdLst>
  <p:sldIdLst>
    <p:sldId xmlns:r="http://schemas.openxmlformats.org/officeDocument/2006/relationships" id="256" r:id="R7b4bbd0bbc414d42"/>
    <p:sldId xmlns:r="http://schemas.openxmlformats.org/officeDocument/2006/relationships" id="257" r:id="Rbaa5706eb6f343e8"/>
    <p:sldId xmlns:r="http://schemas.openxmlformats.org/officeDocument/2006/relationships" id="258" r:id="R9a555623f44e4abc"/>
    <p:sldId xmlns:r="http://schemas.openxmlformats.org/officeDocument/2006/relationships" id="259" r:id="Rf422868651894b3f"/>
    <p:sldId xmlns:r="http://schemas.openxmlformats.org/officeDocument/2006/relationships" id="260" r:id="R338f0ecf61a748c1"/>
    <p:sldId xmlns:r="http://schemas.openxmlformats.org/officeDocument/2006/relationships" id="261" r:id="Rfa1fc9aeedcb4421"/>
    <p:sldId xmlns:r="http://schemas.openxmlformats.org/officeDocument/2006/relationships" id="262" r:id="R2eec216b79a9457e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ac9543b5747ad" /><Relationship Type="http://schemas.openxmlformats.org/officeDocument/2006/relationships/slideMaster" Target="/ppt/slideMasters/slideMaster1.xml" Id="Rf5d57ee69ce14693" /><Relationship Type="http://schemas.openxmlformats.org/officeDocument/2006/relationships/notesMaster" Target="/ppt/notesMasters/notesMaster1.xml" Id="R2da4dbf1244f4903" /><Relationship Type="http://schemas.openxmlformats.org/officeDocument/2006/relationships/presProps" Target="/ppt/presProps.xml" Id="R1b9cf9344427432e" /><Relationship Type="http://schemas.openxmlformats.org/officeDocument/2006/relationships/viewProps" Target="/ppt/viewProps.xml" Id="R1e3ee2068a304245" /><Relationship Type="http://schemas.openxmlformats.org/officeDocument/2006/relationships/tableStyles" Target="/ppt/tableStyles.xml" Id="R58d9ae39cfea41d9" /><Relationship Type="http://schemas.openxmlformats.org/officeDocument/2006/relationships/slide" Target="/ppt/slides/slide1.xml" Id="R7b4bbd0bbc414d42" /><Relationship Type="http://schemas.openxmlformats.org/officeDocument/2006/relationships/slide" Target="/ppt/slides/slide2.xml" Id="Rbaa5706eb6f343e8" /><Relationship Type="http://schemas.openxmlformats.org/officeDocument/2006/relationships/slide" Target="/ppt/slides/slide3.xml" Id="R9a555623f44e4abc" /><Relationship Type="http://schemas.openxmlformats.org/officeDocument/2006/relationships/slide" Target="/ppt/slides/slide4.xml" Id="Rf422868651894b3f" /><Relationship Type="http://schemas.openxmlformats.org/officeDocument/2006/relationships/slide" Target="/ppt/slides/slide5.xml" Id="R338f0ecf61a748c1" /><Relationship Type="http://schemas.openxmlformats.org/officeDocument/2006/relationships/slide" Target="/ppt/slides/slide6.xml" Id="Rfa1fc9aeedcb4421" /><Relationship Type="http://schemas.openxmlformats.org/officeDocument/2006/relationships/slide" Target="/ppt/slides/slide7.xml" Id="R2eec216b79a945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a54dc61c42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6f0e58bbf458d" /><Relationship Type="http://schemas.openxmlformats.org/officeDocument/2006/relationships/notesMaster" Target="/ppt/notesMasters/notesMaster1.xml" Id="R378185c9aab1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7d5baa6b8a466f" /><Relationship Type="http://schemas.openxmlformats.org/officeDocument/2006/relationships/notesMaster" Target="/ppt/notesMasters/notesMaster1.xml" Id="R1c969d8e9a5b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b3b40794245f4" /><Relationship Type="http://schemas.openxmlformats.org/officeDocument/2006/relationships/notesMaster" Target="/ppt/notesMasters/notesMaster1.xml" Id="R823f847770224c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2d090f81b341fb" /><Relationship Type="http://schemas.openxmlformats.org/officeDocument/2006/relationships/notesMaster" Target="/ppt/notesMasters/notesMaster1.xml" Id="R9fd5f245fffb4f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0fa68e68f41b1" /><Relationship Type="http://schemas.openxmlformats.org/officeDocument/2006/relationships/notesMaster" Target="/ppt/notesMasters/notesMaster1.xml" Id="R222d5afd615b4f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1c32a257db4a17" /><Relationship Type="http://schemas.openxmlformats.org/officeDocument/2006/relationships/notesMaster" Target="/ppt/notesMasters/notesMaster1.xml" Id="Rd6b346b51f0742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136d971a954492" /><Relationship Type="http://schemas.openxmlformats.org/officeDocument/2006/relationships/notesMaster" Target="/ppt/notesMasters/notesMaster1.xml" Id="Rd3901307901e42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90b32315d433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dadb5678a24560" /><Relationship Type="http://schemas.openxmlformats.org/officeDocument/2006/relationships/slideLayout" Target="/ppt/slideLayouts/slideLayout1.xml" Id="R4255ac378bff4c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5ac378bff4c5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de0dc81f6439f" /><Relationship Type="http://schemas.openxmlformats.org/officeDocument/2006/relationships/notesSlide" Target="/ppt/notesSlides/notesSlide1.xml" Id="R1c694e1ec74f43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ec1021d694886" /><Relationship Type="http://schemas.openxmlformats.org/officeDocument/2006/relationships/notesSlide" Target="/ppt/notesSlides/notesSlide2.xml" Id="Rac90c1253b94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08f2e7be34546" /><Relationship Type="http://schemas.openxmlformats.org/officeDocument/2006/relationships/notesSlide" Target="/ppt/notesSlides/notesSlide3.xml" Id="R97aee649674446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2ceed5e884437" /><Relationship Type="http://schemas.openxmlformats.org/officeDocument/2006/relationships/notesSlide" Target="/ppt/notesSlides/notesSlide4.xml" Id="Rdc3654ffdb064a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116543c6e494b" /><Relationship Type="http://schemas.openxmlformats.org/officeDocument/2006/relationships/notesSlide" Target="/ppt/notesSlides/notesSlide5.xml" Id="R9cabb0bd50ed43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aced732ad4dc0" /><Relationship Type="http://schemas.openxmlformats.org/officeDocument/2006/relationships/notesSlide" Target="/ppt/notesSlides/notesSlide6.xml" Id="R4cfa053d0ec141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25bab06644f74" /><Relationship Type="http://schemas.openxmlformats.org/officeDocument/2006/relationships/notesSlide" Target="/ppt/notesSlides/notesSlide7.xml" Id="R90d18950ad1e4c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7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5604B3-DCE3-4112-9BBB-511E930C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 REVIEW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36A6CC-71ED-4685-B5F5-EA95BB3E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0A4EF"/>
                </a:solidFill>
                <a:latin typeface="Calibri"/>
                <a:ea typeface="Calibri"/>
                <a:cs typeface="Calibri"/>
              </a:rPr>
              <a:t>AI Frontier Challenge 2026 Round 1 Submission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33DF48-D716-49FF-8268-3630FB6B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Name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70CBC8-6547-45BD-ACD2-85074FD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[Enter Team Name]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F19224-FDFD-439E-9FC8-1ECBD00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Leader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1F26758-4FE2-4E5B-AA10-DDFE6E9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[Enter Leader Name]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0EB54C-7746-46D2-993E-21C61BA0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Track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179051-8F2F-4E57-B94D-6867F381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[Select Track]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6E5F5C-00BF-48A1-8EEF-6A1B2B87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Date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11C006C-836D-4C53-AC17-831903F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/7/2026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26240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7D1E7E-CB59-4DDC-82BC-66187589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B43BFF-D34D-4B07-BF33-171C4E83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0F28BE-DFF1-450B-ACF6-00266400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FB8C4B-198B-499C-A601-AFB4D8DC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Describe the problem or pain point you are addressing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Who are the affected users/stakeholders?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What is the current impact or consequence?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748B54-D937-463C-8300-542B0BD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Market Opportunity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B5A976-B94F-472C-A00C-E2047996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Market size and growth potential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Target audience demographics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Competitive landscape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0466438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25B6-86A7-45ED-AE65-B0C92EA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7AC730-72F4-4B5A-B184-04775D24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CF002-8021-448B-881F-847EABED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A02D98-A990-47E0-9731-93F6D648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What is your solution?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How does it address the problem?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What are the key features and benefits?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Why is your approach unique?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166280-A0F9-482C-AF67-F2E0603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[Insert visual mockup, flowchart, or prototype image here]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93823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93B391-8578-4A37-A7DB-3D909239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6C4111-1FD5-4D7F-BD40-345D077B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Steps &amp; Architecture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2CF4AE-676F-461A-8C6C-2FC26A32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Technical Implementation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7A6CC3-126E-4F92-93BD-19FD20FC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657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1. [Step 1 - Description]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2. [Step 2 - Description]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3. [Step 3 - Description]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4. [Step 4 - Description]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91D99B9-AEE3-4C3A-B1BA-04D1425D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6C096A-E609-4B12-9293-C0A75FC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[Insert architecture diagram, system design, or tech stack visualization]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45060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834F171-B887-42A0-9FDD-2AB0E842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09E9DC-A9BF-42E9-9FE4-CA74B1E2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Mitigation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C5665F-8B03-460F-83AF-53F544DF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Challenge 1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833514-B5C4-4381-9CC9-EBBD951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Problem: [Describe challenge]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Mitigation: [How you addressed/will address it]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3069D24-87B2-4527-A119-0F544D3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74A604-26A2-4311-85F8-EAED70B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Challenge 2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20BFCBC-E3B8-454B-9453-A317EFD8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Problem: [Describe challenge]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Mitigation: [How you addressed/will address it]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A7B612-2486-4B60-9D6F-714E9D75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DC90F8-15F1-4397-9CB7-D8C2471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Challenge 3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3EBE59-C1C4-4CA4-8D57-58614B3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Problem: [Describe challenge]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Mitigation: [How you addressed/will address it]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541445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8B848A-AAD8-49FB-BDCB-0B06D170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29A30C-22BD-48A9-B13B-9986A31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Unique Selling Proposition (USP)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E06341D-30BD-45B7-A31A-9ADB66F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C83881-B813-42A1-8A32-BCF494DB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1531966-03CA-4393-9AAF-31538CF1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[What makes your solution unique in this aspect?]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3C42593-4B9B-48F8-9D70-D526025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93A38-2A9C-451B-9A36-5D290B51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2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CD115B-8BD6-462C-8129-115DBFCD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[What makes your solution unique in this aspect?]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DA7B294-F103-4876-B4AA-5DDD6EE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10AFCBD-115A-4FF6-A27A-727FEBEA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18EB7D5-90FE-4825-B42C-8A37AABF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[What makes your solution unique in this aspect?]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4C4256F-5CC5-4AE2-B4DF-4ADCE1E7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Competitive Advantage Summary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E05DBB-4C83-41BB-839E-36BD92FD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Why customers should choose your solution</a:t>
            </a:r>
            <a:endParaRPr sz="14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• Your competitive edge vs. existing alternatives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93367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8D8E99-A0D1-4080-932C-30C35DB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8A3770-EEDA-4A3E-80A8-0F6377EC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POC Video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3EF288-E976-4BEF-BFB1-7C59726D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Live Demonstration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60D222-F8E1-4BD5-831A-E6CDF815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640080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5400">
            <a:solidFill>
              <a:srgbClr val="00A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BE4DD7-4313-43C6-9F38-7EDA076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640080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0">
                <a:solidFill>
                  <a:srgbClr val="00A4EF"/>
                </a:solidFill>
                <a:latin typeface="Arial"/>
                <a:ea typeface="Arial"/>
                <a:cs typeface="Arial"/>
              </a:rPr>
              <a:t>▶</a:t>
            </a:r>
            <a:endParaRPr sz="1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E5976E-90C7-45B9-99FB-4649714A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9120"/>
            <a:ext cx="6400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[Insert Demo Video / POC Video Link or Embed]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374931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2026-10-17T10:55:46.0850000Z</dcterms:created>
  <dcterms:modified xsi:type="dcterms:W3CDTF">2026-10-17T10:55:46.0850000Z</dcterms:modified>
</coreProperties>
</file>